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A93F9-9F04-5E0F-1842-E5D1F358E8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960E8-2761-1E3D-8FB1-4FA0557ECB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0D929-CBC7-A81E-C03A-2002BA178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B4C21-5AA2-4152-92AF-356530EBFA5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E37BC-ABCA-0D26-7492-337EC144B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1CF31-A7ED-C841-9DAB-6CE0E4A74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FA6CD-4B2A-4405-BD55-6BD062CA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310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BE1A2-DA7D-FA28-1F7D-EA527D44E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A6A27-36A2-051E-1DBF-3F7BF0975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2A39B-8FD9-EEE1-5451-EE05B3E85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B4C21-5AA2-4152-92AF-356530EBFA5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801EB-5F1E-28BC-4C96-A9FD72DB9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8FEBF-D193-8382-62E7-CCEBA3318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FA6CD-4B2A-4405-BD55-6BD062CA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82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BCAB3-261F-76FE-F695-67542944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BB994-5F1A-F13D-95C9-EAA2210A6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9FD81-93D4-0CC2-3FDC-D44A535D6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B4C21-5AA2-4152-92AF-356530EBFA5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037B3-E313-FF86-B9A9-C04607243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15746-8DF3-042E-549A-2319B7CCD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FA6CD-4B2A-4405-BD55-6BD062CA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704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270A2-437B-22AA-E29E-4559EF4E9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13370-0F5E-BF4B-0C34-08219CBF4F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CD32AD-46B2-0889-E7FD-243D72B4F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B72A0E-9F5B-C82C-66A7-E6A3C1484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B4C21-5AA2-4152-92AF-356530EBFA5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E2F85-F23D-6A32-C796-1F256B513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656B2-8DCB-8769-FB81-3AB9130CF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FA6CD-4B2A-4405-BD55-6BD062CA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97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2FF12-91ED-AD81-A2C5-AD787ADAB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5999B-27F7-EA1B-45AC-9C3059BBA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079F8D-6BB6-E5CF-9172-82D66E1994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79CBD1-1737-F149-4B92-46AFD3408A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2CDD36-2B3E-5061-5893-903A1F971C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2F6C39-5F4B-7DFF-F285-345777384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B4C21-5AA2-4152-92AF-356530EBFA5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8486CE-74E0-B820-8D04-243BC8B80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F9DF64-9177-8F79-2357-3B1938999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FA6CD-4B2A-4405-BD55-6BD062CA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866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EB6D-EB14-3886-C90A-127065B1D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59EB58-C27E-9281-CF9F-9197EC4C3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B4C21-5AA2-4152-92AF-356530EBFA5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B88DA-0058-7EA8-59ED-09CB0AB7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6DF2E6-49CF-D3E3-19E6-0C2494D89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FA6CD-4B2A-4405-BD55-6BD062CA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862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719B3A-7423-27D7-B7D4-6F3811482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B4C21-5AA2-4152-92AF-356530EBFA5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B453B-814A-FCA4-FF23-1912F0D27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9AFF0-4165-E3ED-90AC-3F11A5695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FA6CD-4B2A-4405-BD55-6BD062CA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10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C67AC-E6E4-FB50-5F84-C26EA7A96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C2E38-035E-B1A6-7C17-835409035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C1C6A-F484-BAC5-7906-E2E8079B9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86CB8-6DAF-DAD6-3892-C76770E59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B4C21-5AA2-4152-92AF-356530EBFA5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B1A31-F9B5-F329-FABA-896BCBA94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2E633-7FB6-B16E-6FFD-5BD64A5E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FA6CD-4B2A-4405-BD55-6BD062CA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554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6BE69-BC1C-0321-FB16-1B1F797D9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B2AE9A-3521-0116-565A-0F270F9233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5BA1C2-ECF4-2927-F39E-DDABA087D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3C89D-CADE-C49E-D512-4BACEE899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B4C21-5AA2-4152-92AF-356530EBFA5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AEEC2-8037-5CB8-4FA7-A2D4F399A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E3BBA-2F13-4118-FD91-7DB55DE0F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FA6CD-4B2A-4405-BD55-6BD062CA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361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E04F9-2E0E-819D-70D3-7BD756410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1C71F5-1C86-B369-942C-B77440221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9A150-DF39-CE74-2E8A-969D2ED60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B4C21-5AA2-4152-92AF-356530EBFA5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F52DB-7780-EFAC-17CB-8EE9BA059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24038-C048-89D8-ABBB-AF4E1B20D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FA6CD-4B2A-4405-BD55-6BD062CA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412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5C0925-CA5F-0AC2-B0A1-9AED0FEF8A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3C0959-5084-0C74-383B-9881CFAD6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F2381-8C25-0425-3F49-0ED31B00C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B4C21-5AA2-4152-92AF-356530EBFA5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5048C-BA93-3951-27C2-960E3A610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70A54-E3D5-CC21-5725-2AE4D491F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FA6CD-4B2A-4405-BD55-6BD062CA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7171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CE8B3-5D57-676A-79EF-8327BB672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2D775-2132-05A3-4E0B-904742D52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6A887-5FE4-393A-FDE2-40549BE1C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B4C21-5AA2-4152-92AF-356530EBFA5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667D1-80E5-672F-914D-7256C14C2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C9DFF-53DB-6C0C-025A-C33DF34AF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FA6CD-4B2A-4405-BD55-6BD062CA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430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ADC145-07D4-9667-2260-AFB02AB25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3BFF5-80A5-3C21-2595-39B2044A3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C3142-EEA8-9BF8-46CA-C6C86D0E5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CB4C21-5AA2-4152-92AF-356530EBFA5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4F3E5-2C04-13F1-348D-041776D923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DD133-6E0F-2824-CA33-55653B604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DFA6CD-4B2A-4405-BD55-6BD062CA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720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8A892-4C0C-470E-1D67-5289485AC6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PRODUCT HACKATHON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08EB-CB0E-5FB3-6D31-1225A1E8CD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Xanh SM Customer Support Agent</a:t>
            </a:r>
          </a:p>
          <a:p>
            <a:r>
              <a:rPr lang="en-US" dirty="0" err="1"/>
              <a:t>Nhom</a:t>
            </a:r>
            <a:r>
              <a:rPr lang="en-US" dirty="0"/>
              <a:t> 4.1 - Track: </a:t>
            </a:r>
            <a:r>
              <a:rPr lang="en-US" dirty="0" err="1"/>
              <a:t>XanhSM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391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50C41-B019-C198-30AE-0E5B43772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 de: </a:t>
            </a:r>
            <a:r>
              <a:rPr lang="en-US"/>
              <a:t>Nut that </a:t>
            </a:r>
            <a:r>
              <a:rPr lang="en-US" dirty="0" err="1"/>
              <a:t>trong</a:t>
            </a:r>
            <a:r>
              <a:rPr lang="en-US" dirty="0"/>
              <a:t> CSKH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4F6F2-7509-5469-E1D0-2414304E5C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Khach hang cho 5-10 phut de ket noi hotline/chat.</a:t>
            </a:r>
          </a:p>
          <a:p>
            <a:r>
              <a:rPr lang="en-US"/>
              <a:t>- Cac van de lap lai chiem 70% volume (khieu nai, mat do, FAQ).</a:t>
            </a:r>
          </a:p>
          <a:p>
            <a:r>
              <a:rPr lang="en-US"/>
              <a:t>- Nhan vien bi qua tai voi nhung tac vu don gian.</a:t>
            </a:r>
          </a:p>
          <a:p>
            <a:r>
              <a:rPr lang="en-US"/>
              <a:t>- Chi phi van hanh CSKH 24/7 rat cao va kho mo rong.</a:t>
            </a:r>
          </a:p>
        </p:txBody>
      </p:sp>
    </p:spTree>
    <p:extLst>
      <p:ext uri="{BB962C8B-B14F-4D97-AF65-F5344CB8AC3E}">
        <p14:creationId xmlns:p14="http://schemas.microsoft.com/office/powerpoint/2010/main" val="424977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24901-D6AE-5F90-1A9E-4B21F3685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 Product Canvas: Value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E6FB5F-2247-1B97-8093-1E2852D2F5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AI Agent xu ly ngay lap tuc (&lt;10s) ngay trong cua so chat.</a:t>
            </a:r>
          </a:p>
          <a:p>
            <a:r>
              <a:rPr lang="en-US"/>
              <a:t>- Giai quyet triet de cac pain points ve thoi gian cho doi.</a:t>
            </a:r>
          </a:p>
          <a:p>
            <a:r>
              <a:rPr lang="en-US"/>
              <a:t>- Tu dong hoa quy trinh thu thap thong tin ban dau.</a:t>
            </a:r>
          </a:p>
          <a:p>
            <a:r>
              <a:rPr lang="en-US"/>
              <a:t>- Tang ty le tu phuc vu (Self-service rate) cho he thong.</a:t>
            </a:r>
          </a:p>
        </p:txBody>
      </p:sp>
    </p:spTree>
    <p:extLst>
      <p:ext uri="{BB962C8B-B14F-4D97-AF65-F5344CB8AC3E}">
        <p14:creationId xmlns:p14="http://schemas.microsoft.com/office/powerpoint/2010/main" val="444131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A513E-86F3-927E-C6B6-986EFA6BA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 Product Canvas: Trust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22983-590A-C10F-91BF-86A813AC6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Minh bach: AI thua nhan khi khong chac chan (low confidence).</a:t>
            </a:r>
          </a:p>
          <a:p>
            <a:r>
              <a:rPr lang="en-US"/>
              <a:t>- Co che fallback: Luon co nut bam de chuyen sang nguoi that.</a:t>
            </a:r>
          </a:p>
          <a:p>
            <a:r>
              <a:rPr lang="en-US"/>
              <a:t>- User kiem soat: AI chi de xuat, User bam xac nhan hanh dong.</a:t>
            </a:r>
          </a:p>
          <a:p>
            <a:r>
              <a:rPr lang="en-US"/>
              <a:t>- Hien thi nguon trich dan tu FAQ de tang do tin cay.</a:t>
            </a:r>
          </a:p>
        </p:txBody>
      </p:sp>
    </p:spTree>
    <p:extLst>
      <p:ext uri="{BB962C8B-B14F-4D97-AF65-F5344CB8AC3E}">
        <p14:creationId xmlns:p14="http://schemas.microsoft.com/office/powerpoint/2010/main" val="1134875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F0036-467E-465F-244D-F17E2235E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Tinh kha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ly</a:t>
            </a:r>
            <a:r>
              <a:rPr lang="en-US" dirty="0"/>
              <a:t> </a:t>
            </a:r>
            <a:r>
              <a:rPr lang="en-US" dirty="0" err="1"/>
              <a:t>rui</a:t>
            </a:r>
            <a:r>
              <a:rPr lang="en-US" dirty="0"/>
              <a:t> </a:t>
            </a:r>
            <a:r>
              <a:rPr lang="en-US" dirty="0" err="1"/>
              <a:t>ro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D0D9A-7951-4487-C1BD-8C3946A0B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Chi phi </a:t>
            </a:r>
            <a:r>
              <a:rPr lang="en-US" dirty="0" err="1"/>
              <a:t>thap</a:t>
            </a:r>
            <a:r>
              <a:rPr lang="en-US" dirty="0"/>
              <a:t>: $0.005 - $0.02 </a:t>
            </a:r>
            <a:r>
              <a:rPr lang="en-US" dirty="0" err="1"/>
              <a:t>cho</a:t>
            </a:r>
            <a:r>
              <a:rPr lang="en-US" dirty="0"/>
              <a:t> moi </a:t>
            </a:r>
            <a:r>
              <a:rPr lang="en-US" dirty="0" err="1"/>
              <a:t>yeu</a:t>
            </a:r>
            <a:r>
              <a:rPr lang="en-US" dirty="0"/>
              <a:t> </a:t>
            </a:r>
            <a:r>
              <a:rPr lang="en-US" dirty="0" err="1"/>
              <a:t>cau</a:t>
            </a:r>
            <a:r>
              <a:rPr lang="en-US" dirty="0"/>
              <a:t> ho </a:t>
            </a:r>
            <a:r>
              <a:rPr lang="en-US" dirty="0" err="1"/>
              <a:t>tro</a:t>
            </a:r>
            <a:r>
              <a:rPr lang="en-US" dirty="0"/>
              <a:t>.</a:t>
            </a:r>
          </a:p>
          <a:p>
            <a:r>
              <a:rPr lang="en-US" dirty="0"/>
              <a:t>- Latency: Toi </a:t>
            </a:r>
            <a:r>
              <a:rPr lang="en-US" dirty="0" err="1"/>
              <a:t>uu</a:t>
            </a:r>
            <a:r>
              <a:rPr lang="en-US" dirty="0"/>
              <a:t> </a:t>
            </a:r>
            <a:r>
              <a:rPr lang="en-US" dirty="0" err="1"/>
              <a:t>duoi</a:t>
            </a:r>
            <a:r>
              <a:rPr lang="en-US" dirty="0"/>
              <a:t> 3 </a:t>
            </a:r>
            <a:r>
              <a:rPr lang="en-US" dirty="0" err="1"/>
              <a:t>giay</a:t>
            </a:r>
            <a:r>
              <a:rPr lang="en-US" dirty="0"/>
              <a:t> de </a:t>
            </a:r>
            <a:r>
              <a:rPr lang="en-US" dirty="0" err="1"/>
              <a:t>duy</a:t>
            </a:r>
            <a:r>
              <a:rPr lang="en-US" dirty="0"/>
              <a:t> tri </a:t>
            </a:r>
            <a:r>
              <a:rPr lang="en-US" dirty="0" err="1"/>
              <a:t>nhip</a:t>
            </a:r>
            <a:r>
              <a:rPr lang="en-US" dirty="0"/>
              <a:t> do hoi </a:t>
            </a:r>
            <a:r>
              <a:rPr lang="en-US" dirty="0" err="1"/>
              <a:t>thoai</a:t>
            </a:r>
            <a:r>
              <a:rPr lang="en-US" dirty="0"/>
              <a:t>.</a:t>
            </a:r>
          </a:p>
          <a:p>
            <a:r>
              <a:rPr lang="en-US" dirty="0"/>
              <a:t>- Risk: Hallucination </a:t>
            </a:r>
            <a:r>
              <a:rPr lang="en-US" dirty="0" err="1"/>
              <a:t>duoc</a:t>
            </a:r>
            <a:r>
              <a:rPr lang="en-US" dirty="0"/>
              <a:t> </a:t>
            </a:r>
            <a:r>
              <a:rPr lang="en-US" dirty="0" err="1"/>
              <a:t>kiem</a:t>
            </a:r>
            <a:r>
              <a:rPr lang="en-US" dirty="0"/>
              <a:t> </a:t>
            </a:r>
            <a:r>
              <a:rPr lang="en-US" dirty="0" err="1"/>
              <a:t>soat</a:t>
            </a:r>
            <a:r>
              <a:rPr lang="en-US" dirty="0"/>
              <a:t> bang </a:t>
            </a:r>
            <a:r>
              <a:rPr lang="en-US" dirty="0" err="1"/>
              <a:t>cong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 RAG.</a:t>
            </a:r>
          </a:p>
          <a:p>
            <a:r>
              <a:rPr lang="en-US" dirty="0"/>
              <a:t>- Risk: Hieu </a:t>
            </a:r>
            <a:r>
              <a:rPr lang="en-US" dirty="0" err="1"/>
              <a:t>sai</a:t>
            </a:r>
            <a:r>
              <a:rPr lang="en-US" dirty="0"/>
              <a:t> intent </a:t>
            </a:r>
            <a:r>
              <a:rPr lang="en-US" dirty="0" err="1"/>
              <a:t>duoc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quyet</a:t>
            </a:r>
            <a:r>
              <a:rPr lang="en-US" dirty="0"/>
              <a:t> bang </a:t>
            </a:r>
            <a:r>
              <a:rPr lang="en-US" dirty="0" err="1"/>
              <a:t>buoc</a:t>
            </a:r>
            <a:r>
              <a:rPr lang="en-US" dirty="0"/>
              <a:t> Clarification.</a:t>
            </a:r>
          </a:p>
        </p:txBody>
      </p:sp>
    </p:spTree>
    <p:extLst>
      <p:ext uri="{BB962C8B-B14F-4D97-AF65-F5344CB8AC3E}">
        <p14:creationId xmlns:p14="http://schemas.microsoft.com/office/powerpoint/2010/main" val="2048767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DCEC1-6A7D-02CA-F5C1-CEED1F2FD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Triet ly thiet ke: Augmentation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07CE8-FA6F-9B1C-9C3D-034A13F3B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Khong thay the hoan toan con nguoi trong cac case nhay cam.</a:t>
            </a:r>
          </a:p>
          <a:p>
            <a:r>
              <a:rPr lang="en-US"/>
              <a:t>- AI dong vai tro tro ly dac luc, goi y cac giai phap toi uu.</a:t>
            </a:r>
          </a:p>
          <a:p>
            <a:r>
              <a:rPr lang="en-US"/>
              <a:t>- Cost of reject xap xi 0: User de dang bo qua neu AI sai.</a:t>
            </a:r>
          </a:p>
          <a:p>
            <a:r>
              <a:rPr lang="en-US"/>
              <a:t>- Tap trung vao viec giam tai va tang toc do phan hoi.</a:t>
            </a:r>
          </a:p>
        </p:txBody>
      </p:sp>
    </p:spTree>
    <p:extLst>
      <p:ext uri="{BB962C8B-B14F-4D97-AF65-F5344CB8AC3E}">
        <p14:creationId xmlns:p14="http://schemas.microsoft.com/office/powerpoint/2010/main" val="680773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E58FA-1C2B-E74C-FFEE-50A9C9913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Signal &amp; Data Flywheel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D8EDB-CCBD-6913-413D-CBD98DCCF6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Thu </a:t>
            </a:r>
            <a:r>
              <a:rPr lang="en-US" dirty="0" err="1"/>
              <a:t>thap</a:t>
            </a:r>
            <a:r>
              <a:rPr lang="en-US" dirty="0"/>
              <a:t> tin </a:t>
            </a:r>
            <a:r>
              <a:rPr lang="en-US" dirty="0" err="1"/>
              <a:t>hieu</a:t>
            </a:r>
            <a:r>
              <a:rPr lang="en-US" dirty="0"/>
              <a:t>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hanh</a:t>
            </a:r>
            <a:r>
              <a:rPr lang="en-US" dirty="0"/>
              <a:t> dong Accept/Reject </a:t>
            </a:r>
            <a:r>
              <a:rPr lang="en-US" dirty="0" err="1"/>
              <a:t>cua</a:t>
            </a:r>
            <a:r>
              <a:rPr lang="en-US" dirty="0"/>
              <a:t> </a:t>
            </a:r>
            <a:r>
              <a:rPr lang="en-US" dirty="0" err="1"/>
              <a:t>nguoi</a:t>
            </a:r>
            <a:r>
              <a:rPr lang="en-US" dirty="0"/>
              <a:t> dung.</a:t>
            </a:r>
          </a:p>
          <a:p>
            <a:r>
              <a:rPr lang="en-US" dirty="0"/>
              <a:t>- Log </a:t>
            </a:r>
            <a:r>
              <a:rPr lang="en-US" dirty="0" err="1"/>
              <a:t>toan</a:t>
            </a:r>
            <a:r>
              <a:rPr lang="en-US" dirty="0"/>
              <a:t> </a:t>
            </a:r>
            <a:r>
              <a:rPr lang="en-US" dirty="0" err="1"/>
              <a:t>bo</a:t>
            </a:r>
            <a:r>
              <a:rPr lang="en-US" dirty="0"/>
              <a:t> hoi </a:t>
            </a:r>
            <a:r>
              <a:rPr lang="en-US" dirty="0" err="1"/>
              <a:t>thoai</a:t>
            </a:r>
            <a:r>
              <a:rPr lang="en-US" dirty="0"/>
              <a:t> de phan </a:t>
            </a:r>
            <a:r>
              <a:rPr lang="en-US" dirty="0" err="1"/>
              <a:t>tich</a:t>
            </a:r>
            <a:r>
              <a:rPr lang="en-US" dirty="0"/>
              <a:t> </a:t>
            </a:r>
            <a:r>
              <a:rPr lang="en-US" dirty="0" err="1"/>
              <a:t>cac</a:t>
            </a:r>
            <a:r>
              <a:rPr lang="en-US" dirty="0"/>
              <a:t> </a:t>
            </a:r>
            <a:r>
              <a:rPr lang="en-US" dirty="0" err="1"/>
              <a:t>vung</a:t>
            </a:r>
            <a:r>
              <a:rPr lang="en-US" dirty="0"/>
              <a:t> intent bi </a:t>
            </a:r>
            <a:r>
              <a:rPr lang="en-US" dirty="0" err="1"/>
              <a:t>trung</a:t>
            </a:r>
            <a:r>
              <a:rPr lang="en-US" dirty="0"/>
              <a:t> lap.</a:t>
            </a:r>
          </a:p>
          <a:p>
            <a:r>
              <a:rPr lang="en-US" dirty="0"/>
              <a:t>- Marginal value </a:t>
            </a:r>
            <a:r>
              <a:rPr lang="en-US" dirty="0" err="1"/>
              <a:t>cao</a:t>
            </a:r>
            <a:r>
              <a:rPr lang="en-US" dirty="0"/>
              <a:t>: Du lieu </a:t>
            </a:r>
            <a:r>
              <a:rPr lang="en-US" dirty="0" err="1"/>
              <a:t>dac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cua</a:t>
            </a:r>
            <a:r>
              <a:rPr lang="en-US" dirty="0"/>
              <a:t> Xanh SM ma model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khong</a:t>
            </a:r>
            <a:r>
              <a:rPr lang="en-US" dirty="0"/>
              <a:t> co.</a:t>
            </a:r>
          </a:p>
          <a:p>
            <a:r>
              <a:rPr lang="en-US" dirty="0"/>
              <a:t>- He thong </a:t>
            </a:r>
            <a:r>
              <a:rPr lang="en-US" dirty="0" err="1"/>
              <a:t>tu</a:t>
            </a:r>
            <a:r>
              <a:rPr lang="en-US" dirty="0"/>
              <a:t> thong </a:t>
            </a:r>
            <a:r>
              <a:rPr lang="en-US" dirty="0" err="1"/>
              <a:t>minh</a:t>
            </a:r>
            <a:r>
              <a:rPr lang="en-US" dirty="0"/>
              <a:t> hon </a:t>
            </a:r>
            <a:r>
              <a:rPr lang="en-US" dirty="0" err="1"/>
              <a:t>sau</a:t>
            </a:r>
            <a:r>
              <a:rPr lang="en-US" dirty="0"/>
              <a:t> moi </a:t>
            </a:r>
            <a:r>
              <a:rPr lang="en-US" dirty="0" err="1"/>
              <a:t>tuong</a:t>
            </a:r>
            <a:r>
              <a:rPr lang="en-US" dirty="0"/>
              <a:t> tac </a:t>
            </a:r>
            <a:r>
              <a:rPr lang="en-US" dirty="0" err="1"/>
              <a:t>cua</a:t>
            </a:r>
            <a:r>
              <a:rPr lang="en-US" dirty="0"/>
              <a:t> </a:t>
            </a:r>
            <a:r>
              <a:rPr lang="en-US" dirty="0" err="1"/>
              <a:t>khach</a:t>
            </a:r>
            <a:r>
              <a:rPr lang="en-US" dirty="0"/>
              <a:t> hang.</a:t>
            </a:r>
          </a:p>
        </p:txBody>
      </p:sp>
    </p:spTree>
    <p:extLst>
      <p:ext uri="{BB962C8B-B14F-4D97-AF65-F5344CB8AC3E}">
        <p14:creationId xmlns:p14="http://schemas.microsoft.com/office/powerpoint/2010/main" val="258411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09F67-36A2-78D2-FDC3-87B5CD7B8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1: Khieu nai tai xe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2E158-35B3-40C5-50AB-687FDA5BE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Kich hoat khi user nhap: 'Tai xe di vong', 'Thai do kem'.</a:t>
            </a:r>
          </a:p>
          <a:p>
            <a:r>
              <a:rPr lang="en-US"/>
              <a:t>- AI tu dong truy xuat ma chuyen xe gan nhat cua user.</a:t>
            </a:r>
          </a:p>
          <a:p>
            <a:r>
              <a:rPr lang="en-US"/>
              <a:t>- Happy Path: AI xin loi, giai thich quy dinh va tao ticket ho tro.</a:t>
            </a:r>
          </a:p>
          <a:p>
            <a:r>
              <a:rPr lang="en-US"/>
              <a:t>- Failure Path: Chuyen ngay sang CSKH neu user phan ung gat gao.</a:t>
            </a:r>
          </a:p>
        </p:txBody>
      </p:sp>
    </p:spTree>
    <p:extLst>
      <p:ext uri="{BB962C8B-B14F-4D97-AF65-F5344CB8AC3E}">
        <p14:creationId xmlns:p14="http://schemas.microsoft.com/office/powerpoint/2010/main" val="4169090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868C-B565-650F-CC88-D1E18CEAA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2: Ho tro tim do that lac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C8220-6CC3-D331-B793-AA67CDD25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Trigger: 'Toi quen vi', 'De quen dien thoai tren xe'.</a:t>
            </a:r>
          </a:p>
          <a:p>
            <a:r>
              <a:rPr lang="en-US"/>
              <a:t>- AI yeu cau mo ta do vat va xac nhan thoi gian chuyen di.</a:t>
            </a:r>
          </a:p>
          <a:p>
            <a:r>
              <a:rPr lang="en-US"/>
              <a:t>- Tu dong ket noi thong tin voi he thong quan ly chuyen xe.</a:t>
            </a:r>
          </a:p>
          <a:p>
            <a:r>
              <a:rPr lang="en-US"/>
              <a:t>- Quy trinh khep kin: Tu thu thap -&gt; Tao ticket -&gt; Thong bao trang thai.</a:t>
            </a:r>
          </a:p>
        </p:txBody>
      </p:sp>
    </p:spTree>
    <p:extLst>
      <p:ext uri="{BB962C8B-B14F-4D97-AF65-F5344CB8AC3E}">
        <p14:creationId xmlns:p14="http://schemas.microsoft.com/office/powerpoint/2010/main" val="3302840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6930A-F322-139D-94E6-275694D6B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Feature 3: Tra loi FAQ tu dong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805D0-9B5B-7218-294D-CA1D985EB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Giai quyet cac cau hoi: 'Huy chuyen ntn?', 'Gia cuoc tinh sao?'.</a:t>
            </a:r>
          </a:p>
          <a:p>
            <a:r>
              <a:rPr lang="en-US"/>
              <a:t>- Su dung RAG (Retrieval-Augmented Generation) de truy xuat.</a:t>
            </a:r>
          </a:p>
          <a:p>
            <a:r>
              <a:rPr lang="en-US"/>
              <a:t>- Dam bao cau tra loi luon nam trong pham vi kien thuc cua Xanh SM.</a:t>
            </a:r>
          </a:p>
          <a:p>
            <a:r>
              <a:rPr lang="en-US"/>
              <a:t>- Ho tro da ngon ngu (Tieng Viet vung mien, Tieng Anh).</a:t>
            </a:r>
          </a:p>
        </p:txBody>
      </p:sp>
    </p:spTree>
    <p:extLst>
      <p:ext uri="{BB962C8B-B14F-4D97-AF65-F5344CB8AC3E}">
        <p14:creationId xmlns:p14="http://schemas.microsoft.com/office/powerpoint/2010/main" val="838324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2D501-F4AB-8C8F-BD0F-A7CC5C161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Thiet ke cho tinh huong Failure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533A7-AE8B-6723-74D3-A25400B23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Low-confidence: AI se hoi 'Co phai ban muon...?' thay vi doan mo.</a:t>
            </a:r>
          </a:p>
          <a:p>
            <a:r>
              <a:rPr lang="en-US"/>
              <a:t>- Correction: User co the bam nut 'Sua thong tin' bat cu luc nao.</a:t>
            </a:r>
          </a:p>
          <a:p>
            <a:r>
              <a:rPr lang="en-US"/>
              <a:t>- Hallucination check: Lop kiem duyet output truoc khi gui cho user.</a:t>
            </a:r>
          </a:p>
          <a:p>
            <a:r>
              <a:rPr lang="en-US"/>
              <a:t>- Duy tri su lich thiep ngay khi he thong khong hieu y user.</a:t>
            </a:r>
          </a:p>
        </p:txBody>
      </p:sp>
    </p:spTree>
    <p:extLst>
      <p:ext uri="{BB962C8B-B14F-4D97-AF65-F5344CB8AC3E}">
        <p14:creationId xmlns:p14="http://schemas.microsoft.com/office/powerpoint/2010/main" val="3799485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E4FAF-15E7-94F1-761D-5DC3A3898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Metrics: Chat luong mo hinh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21F0E-2AD3-6E94-8349-641F3A83CC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Intent Classification Accuracy: Muc tieu &gt;= 85%.</a:t>
            </a:r>
          </a:p>
          <a:p>
            <a:r>
              <a:rPr lang="en-US"/>
              <a:t>- FAQ Answer Accuracy: Muc tieu &gt;= 80%.</a:t>
            </a:r>
          </a:p>
          <a:p>
            <a:r>
              <a:rPr lang="en-US"/>
              <a:t>- Threshold nguy hiem: Dung neu do chinh xac duoi 70%.</a:t>
            </a:r>
          </a:p>
          <a:p>
            <a:r>
              <a:rPr lang="en-US"/>
              <a:t>- Do do: So sanh ket qua AI voi nhan vien CSKH (Golden Set).</a:t>
            </a:r>
          </a:p>
        </p:txBody>
      </p:sp>
    </p:spTree>
    <p:extLst>
      <p:ext uri="{BB962C8B-B14F-4D97-AF65-F5344CB8AC3E}">
        <p14:creationId xmlns:p14="http://schemas.microsoft.com/office/powerpoint/2010/main" val="1201939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9436C-E981-6A59-3961-22D57DDF4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Metrics: Trai nghiem nguoi dung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20911-E4A2-D952-FF21-BF88555F0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User Accept Rate: Muc tieu tren 70%.</a:t>
            </a:r>
          </a:p>
          <a:p>
            <a:r>
              <a:rPr lang="en-US"/>
              <a:t>- Ty le chuyen sang nguoi that (Human Handoff): Cang thap cang tot.</a:t>
            </a:r>
          </a:p>
          <a:p>
            <a:r>
              <a:rPr lang="en-US"/>
              <a:t>- Latency: Trung binh 2s, toi da 5s.</a:t>
            </a:r>
          </a:p>
          <a:p>
            <a:r>
              <a:rPr lang="en-US"/>
              <a:t>- CSAT: Diem hai long cua user sau khi ket thuc chat.</a:t>
            </a:r>
          </a:p>
        </p:txBody>
      </p:sp>
    </p:spTree>
    <p:extLst>
      <p:ext uri="{BB962C8B-B14F-4D97-AF65-F5344CB8AC3E}">
        <p14:creationId xmlns:p14="http://schemas.microsoft.com/office/powerpoint/2010/main" val="719747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3F784-D29F-206E-69F1-C014CA05D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Failure Mode: Hallucination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1C3F5-BCA8-68DB-5403-DE35BC726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Nguyen </a:t>
            </a:r>
            <a:r>
              <a:rPr lang="en-US" dirty="0" err="1"/>
              <a:t>nhan</a:t>
            </a:r>
            <a:r>
              <a:rPr lang="en-US" dirty="0"/>
              <a:t>: Prompt </a:t>
            </a:r>
            <a:r>
              <a:rPr lang="en-US" dirty="0" err="1"/>
              <a:t>thieu</a:t>
            </a:r>
            <a:r>
              <a:rPr lang="en-US" dirty="0"/>
              <a:t> du lieu </a:t>
            </a:r>
            <a:r>
              <a:rPr lang="en-US" dirty="0" err="1"/>
              <a:t>hoac</a:t>
            </a:r>
            <a:r>
              <a:rPr lang="en-US" dirty="0"/>
              <a:t> </a:t>
            </a:r>
            <a:r>
              <a:rPr lang="en-US" dirty="0" err="1"/>
              <a:t>mo</a:t>
            </a:r>
            <a:r>
              <a:rPr lang="en-US" dirty="0"/>
              <a:t> </a:t>
            </a:r>
            <a:r>
              <a:rPr lang="en-US" dirty="0" err="1"/>
              <a:t>hinh</a:t>
            </a:r>
            <a:r>
              <a:rPr lang="en-US" dirty="0"/>
              <a:t> qua </a:t>
            </a:r>
            <a:r>
              <a:rPr lang="en-US" dirty="0" err="1"/>
              <a:t>tu</a:t>
            </a:r>
            <a:r>
              <a:rPr lang="en-US" dirty="0"/>
              <a:t> tin.</a:t>
            </a:r>
          </a:p>
          <a:p>
            <a:r>
              <a:rPr lang="en-US" dirty="0"/>
              <a:t>- Hau qua: Cung cap </a:t>
            </a:r>
            <a:r>
              <a:rPr lang="en-US" dirty="0" err="1"/>
              <a:t>sai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trinh</a:t>
            </a:r>
            <a:r>
              <a:rPr lang="en-US" dirty="0"/>
              <a:t> den </a:t>
            </a:r>
            <a:r>
              <a:rPr lang="en-US" dirty="0" err="1"/>
              <a:t>bu</a:t>
            </a:r>
            <a:r>
              <a:rPr lang="en-US" dirty="0"/>
              <a:t>, gay </a:t>
            </a:r>
            <a:r>
              <a:rPr lang="en-US" dirty="0" err="1"/>
              <a:t>phien</a:t>
            </a:r>
            <a:r>
              <a:rPr lang="en-US" dirty="0"/>
              <a:t> ha </a:t>
            </a:r>
            <a:r>
              <a:rPr lang="en-US" dirty="0" err="1"/>
              <a:t>cho</a:t>
            </a:r>
            <a:r>
              <a:rPr lang="en-US" dirty="0"/>
              <a:t> user.</a:t>
            </a:r>
          </a:p>
          <a:p>
            <a:r>
              <a:rPr lang="en-US" dirty="0"/>
              <a:t>- Giai </a:t>
            </a:r>
            <a:r>
              <a:rPr lang="en-US" dirty="0" err="1"/>
              <a:t>phap</a:t>
            </a:r>
            <a:r>
              <a:rPr lang="en-US" dirty="0"/>
              <a:t>: Han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nhiem</a:t>
            </a:r>
            <a:r>
              <a:rPr lang="en-US" dirty="0"/>
              <a:t> vu </a:t>
            </a:r>
            <a:r>
              <a:rPr lang="en-US" dirty="0" err="1"/>
              <a:t>cua</a:t>
            </a:r>
            <a:r>
              <a:rPr lang="en-US" dirty="0"/>
              <a:t> LLM chi </a:t>
            </a:r>
            <a:r>
              <a:rPr lang="en-US" dirty="0" err="1"/>
              <a:t>trong</a:t>
            </a:r>
            <a:r>
              <a:rPr lang="en-US" dirty="0"/>
              <a:t> Knowledge Base.</a:t>
            </a:r>
          </a:p>
          <a:p>
            <a:r>
              <a:rPr lang="en-US" dirty="0"/>
              <a:t>- </a:t>
            </a:r>
            <a:r>
              <a:rPr lang="en-US" dirty="0" err="1"/>
              <a:t>Giam</a:t>
            </a:r>
            <a:r>
              <a:rPr lang="en-US" dirty="0"/>
              <a:t> </a:t>
            </a:r>
            <a:r>
              <a:rPr lang="en-US" dirty="0" err="1"/>
              <a:t>nhe</a:t>
            </a:r>
            <a:r>
              <a:rPr lang="en-US" dirty="0"/>
              <a:t>: Luon co disclaimer 'AI co the </a:t>
            </a:r>
            <a:r>
              <a:rPr lang="en-US" dirty="0" err="1"/>
              <a:t>sai</a:t>
            </a:r>
            <a:r>
              <a:rPr lang="en-US" dirty="0"/>
              <a:t> sot'.</a:t>
            </a:r>
          </a:p>
        </p:txBody>
      </p:sp>
    </p:spTree>
    <p:extLst>
      <p:ext uri="{BB962C8B-B14F-4D97-AF65-F5344CB8AC3E}">
        <p14:creationId xmlns:p14="http://schemas.microsoft.com/office/powerpoint/2010/main" val="187754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20B84-6DFB-2EB6-AE17-A502C60FC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Failure Mode: Intent Confusion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64F089-6A9D-9734-E6A7-51C69148D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Nguyen </a:t>
            </a:r>
            <a:r>
              <a:rPr lang="en-US" dirty="0" err="1"/>
              <a:t>nhan</a:t>
            </a:r>
            <a:r>
              <a:rPr lang="en-US" dirty="0"/>
              <a:t>: Cau hoi </a:t>
            </a:r>
            <a:r>
              <a:rPr lang="en-US" dirty="0" err="1"/>
              <a:t>cua</a:t>
            </a:r>
            <a:r>
              <a:rPr lang="en-US" dirty="0"/>
              <a:t> user </a:t>
            </a:r>
            <a:r>
              <a:rPr lang="en-US" dirty="0" err="1"/>
              <a:t>mo</a:t>
            </a:r>
            <a:r>
              <a:rPr lang="en-US" dirty="0"/>
              <a:t> ho (</a:t>
            </a:r>
            <a:r>
              <a:rPr lang="en-US" dirty="0" err="1"/>
              <a:t>vd</a:t>
            </a:r>
            <a:r>
              <a:rPr lang="en-US" dirty="0"/>
              <a:t>: 'Xe co van de').</a:t>
            </a:r>
          </a:p>
          <a:p>
            <a:r>
              <a:rPr lang="en-US" dirty="0"/>
              <a:t>- Hau qua: AI </a:t>
            </a:r>
            <a:r>
              <a:rPr lang="en-US" dirty="0" err="1"/>
              <a:t>nhay</a:t>
            </a:r>
            <a:r>
              <a:rPr lang="en-US" dirty="0"/>
              <a:t> </a:t>
            </a:r>
            <a:r>
              <a:rPr lang="en-US" dirty="0" err="1"/>
              <a:t>vao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trinh</a:t>
            </a:r>
            <a:r>
              <a:rPr lang="en-US" dirty="0"/>
              <a:t> </a:t>
            </a:r>
            <a:r>
              <a:rPr lang="en-US" dirty="0" err="1"/>
              <a:t>sai</a:t>
            </a:r>
            <a:r>
              <a:rPr lang="en-US" dirty="0"/>
              <a:t> (</a:t>
            </a:r>
            <a:r>
              <a:rPr lang="en-US" dirty="0" err="1"/>
              <a:t>vd</a:t>
            </a:r>
            <a:r>
              <a:rPr lang="en-US" dirty="0"/>
              <a:t>: </a:t>
            </a:r>
            <a:r>
              <a:rPr lang="en-US" dirty="0" err="1"/>
              <a:t>nham</a:t>
            </a:r>
            <a:r>
              <a:rPr lang="en-US" dirty="0"/>
              <a:t> Mat do </a:t>
            </a:r>
            <a:r>
              <a:rPr lang="en-US" dirty="0" err="1"/>
              <a:t>thanh</a:t>
            </a:r>
            <a:r>
              <a:rPr lang="en-US" dirty="0"/>
              <a:t> Thai do).</a:t>
            </a:r>
          </a:p>
          <a:p>
            <a:r>
              <a:rPr lang="en-US" dirty="0"/>
              <a:t>- Giai </a:t>
            </a:r>
            <a:r>
              <a:rPr lang="en-US" dirty="0" err="1"/>
              <a:t>phap</a:t>
            </a:r>
            <a:r>
              <a:rPr lang="en-US" dirty="0"/>
              <a:t>: Trien </a:t>
            </a:r>
            <a:r>
              <a:rPr lang="en-US" dirty="0" err="1"/>
              <a:t>khai</a:t>
            </a:r>
            <a:r>
              <a:rPr lang="en-US" dirty="0"/>
              <a:t> Multi-turn conversation de hoi lai.</a:t>
            </a:r>
          </a:p>
          <a:p>
            <a:r>
              <a:rPr lang="en-US" dirty="0"/>
              <a:t>- </a:t>
            </a:r>
            <a:r>
              <a:rPr lang="en-US" dirty="0" err="1"/>
              <a:t>Giam</a:t>
            </a:r>
            <a:r>
              <a:rPr lang="en-US" dirty="0"/>
              <a:t> </a:t>
            </a:r>
            <a:r>
              <a:rPr lang="en-US" dirty="0" err="1"/>
              <a:t>nhe</a:t>
            </a:r>
            <a:r>
              <a:rPr lang="en-US" dirty="0"/>
              <a:t>: Hien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sach</a:t>
            </a:r>
            <a:r>
              <a:rPr lang="en-US" dirty="0"/>
              <a:t> goi y (Intent buttons).</a:t>
            </a:r>
          </a:p>
        </p:txBody>
      </p:sp>
    </p:spTree>
    <p:extLst>
      <p:ext uri="{BB962C8B-B14F-4D97-AF65-F5344CB8AC3E}">
        <p14:creationId xmlns:p14="http://schemas.microsoft.com/office/powerpoint/2010/main" val="1061578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5464C-0956-D46B-75E8-2A72C7D70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ROI: Kich ban Than trong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B3BCA-91EA-739E-C453-AA23E019D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Gia </a:t>
            </a:r>
            <a:r>
              <a:rPr lang="en-US" dirty="0" err="1"/>
              <a:t>dinh</a:t>
            </a:r>
            <a:r>
              <a:rPr lang="en-US" dirty="0"/>
              <a:t>: 100 user/</a:t>
            </a:r>
            <a:r>
              <a:rPr lang="en-US" dirty="0" err="1"/>
              <a:t>ngay</a:t>
            </a:r>
            <a:r>
              <a:rPr lang="en-US" dirty="0"/>
              <a:t>, 60% </a:t>
            </a:r>
            <a:r>
              <a:rPr lang="en-US" dirty="0" err="1"/>
              <a:t>hai</a:t>
            </a:r>
            <a:r>
              <a:rPr lang="en-US" dirty="0"/>
              <a:t> long.</a:t>
            </a:r>
          </a:p>
          <a:p>
            <a:r>
              <a:rPr lang="en-US" dirty="0"/>
              <a:t>- Chi phi: $20/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ha tang </a:t>
            </a:r>
            <a:r>
              <a:rPr lang="en-US" dirty="0" err="1"/>
              <a:t>va</a:t>
            </a:r>
            <a:r>
              <a:rPr lang="en-US" dirty="0"/>
              <a:t> API.</a:t>
            </a:r>
          </a:p>
          <a:p>
            <a:r>
              <a:rPr lang="en-US" dirty="0"/>
              <a:t>- Loi ich: </a:t>
            </a:r>
            <a:r>
              <a:rPr lang="en-US" dirty="0" err="1"/>
              <a:t>Giam</a:t>
            </a:r>
            <a:r>
              <a:rPr lang="en-US" dirty="0"/>
              <a:t> 2 </a:t>
            </a:r>
            <a:r>
              <a:rPr lang="en-US" dirty="0" err="1"/>
              <a:t>gio</a:t>
            </a:r>
            <a:r>
              <a:rPr lang="en-US" dirty="0"/>
              <a:t> lam </a:t>
            </a:r>
            <a:r>
              <a:rPr lang="en-US" dirty="0" err="1"/>
              <a:t>viec</a:t>
            </a:r>
            <a:r>
              <a:rPr lang="en-US" dirty="0"/>
              <a:t> </a:t>
            </a:r>
            <a:r>
              <a:rPr lang="en-US" dirty="0" err="1"/>
              <a:t>cua</a:t>
            </a:r>
            <a:r>
              <a:rPr lang="en-US" dirty="0"/>
              <a:t> </a:t>
            </a:r>
            <a:r>
              <a:rPr lang="en-US" dirty="0" err="1"/>
              <a:t>nhan</a:t>
            </a:r>
            <a:r>
              <a:rPr lang="en-US" dirty="0"/>
              <a:t> </a:t>
            </a:r>
            <a:r>
              <a:rPr lang="en-US" dirty="0" err="1"/>
              <a:t>vien</a:t>
            </a:r>
            <a:r>
              <a:rPr lang="en-US" dirty="0"/>
              <a:t> moi </a:t>
            </a:r>
            <a:r>
              <a:rPr lang="en-US" dirty="0" err="1"/>
              <a:t>ngay</a:t>
            </a:r>
            <a:r>
              <a:rPr lang="en-US" dirty="0"/>
              <a:t>.</a:t>
            </a:r>
          </a:p>
          <a:p>
            <a:r>
              <a:rPr lang="en-US" dirty="0"/>
              <a:t>- Ket </a:t>
            </a:r>
            <a:r>
              <a:rPr lang="en-US" dirty="0" err="1"/>
              <a:t>luan</a:t>
            </a:r>
            <a:r>
              <a:rPr lang="en-US" dirty="0"/>
              <a:t>: Hoa von, bat </a:t>
            </a:r>
            <a:r>
              <a:rPr lang="en-US" dirty="0" err="1"/>
              <a:t>dau</a:t>
            </a:r>
            <a:r>
              <a:rPr lang="en-US" dirty="0"/>
              <a:t> </a:t>
            </a:r>
            <a:r>
              <a:rPr lang="en-US" dirty="0" err="1"/>
              <a:t>tich</a:t>
            </a:r>
            <a:r>
              <a:rPr lang="en-US" dirty="0"/>
              <a:t> </a:t>
            </a:r>
            <a:r>
              <a:rPr lang="en-US" dirty="0" err="1"/>
              <a:t>luy</a:t>
            </a:r>
            <a:r>
              <a:rPr lang="en-US" dirty="0"/>
              <a:t> du lieu de </a:t>
            </a:r>
            <a:r>
              <a:rPr lang="en-US" dirty="0" err="1"/>
              <a:t>cai</a:t>
            </a:r>
            <a:r>
              <a:rPr lang="en-US" dirty="0"/>
              <a:t> </a:t>
            </a:r>
            <a:r>
              <a:rPr lang="en-US" dirty="0" err="1"/>
              <a:t>thien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7709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D2DD4-CC1D-E2D8-E637-67A565EF8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ROI: Kich ban Kha thi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B7A0A-E664-6400-03D2-AF561A540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Gia </a:t>
            </a:r>
            <a:r>
              <a:rPr lang="en-US" dirty="0" err="1"/>
              <a:t>dinh</a:t>
            </a:r>
            <a:r>
              <a:rPr lang="en-US" dirty="0"/>
              <a:t>: 500 user/</a:t>
            </a:r>
            <a:r>
              <a:rPr lang="en-US" dirty="0" err="1"/>
              <a:t>ngay</a:t>
            </a:r>
            <a:r>
              <a:rPr lang="en-US" dirty="0"/>
              <a:t>, 80% </a:t>
            </a:r>
            <a:r>
              <a:rPr lang="en-US" dirty="0" err="1"/>
              <a:t>hai</a:t>
            </a:r>
            <a:r>
              <a:rPr lang="en-US" dirty="0"/>
              <a:t> long.</a:t>
            </a:r>
          </a:p>
          <a:p>
            <a:r>
              <a:rPr lang="en-US" dirty="0"/>
              <a:t>- Chi phi: $100/</a:t>
            </a:r>
            <a:r>
              <a:rPr lang="en-US" dirty="0" err="1"/>
              <a:t>ngay</a:t>
            </a:r>
            <a:r>
              <a:rPr lang="en-US" dirty="0"/>
              <a:t>.</a:t>
            </a:r>
          </a:p>
          <a:p>
            <a:r>
              <a:rPr lang="en-US" dirty="0"/>
              <a:t>- Loi ich: Tiet </a:t>
            </a:r>
            <a:r>
              <a:rPr lang="en-US" dirty="0" err="1"/>
              <a:t>kiem</a:t>
            </a:r>
            <a:r>
              <a:rPr lang="en-US" dirty="0"/>
              <a:t> 8 </a:t>
            </a:r>
            <a:r>
              <a:rPr lang="en-US" dirty="0" err="1"/>
              <a:t>gio</a:t>
            </a:r>
            <a:r>
              <a:rPr lang="en-US" dirty="0"/>
              <a:t> lam </a:t>
            </a:r>
            <a:r>
              <a:rPr lang="en-US" dirty="0" err="1"/>
              <a:t>viec</a:t>
            </a:r>
            <a:r>
              <a:rPr lang="en-US" dirty="0"/>
              <a:t> (</a:t>
            </a:r>
            <a:r>
              <a:rPr lang="en-US" dirty="0" err="1"/>
              <a:t>tuong</a:t>
            </a:r>
            <a:r>
              <a:rPr lang="en-US" dirty="0"/>
              <a:t> </a:t>
            </a:r>
            <a:r>
              <a:rPr lang="en-US" dirty="0" err="1"/>
              <a:t>duong</a:t>
            </a:r>
            <a:r>
              <a:rPr lang="en-US" dirty="0"/>
              <a:t> 1 FTE).</a:t>
            </a:r>
          </a:p>
          <a:p>
            <a:r>
              <a:rPr lang="en-US" dirty="0"/>
              <a:t>- Ket </a:t>
            </a:r>
            <a:r>
              <a:rPr lang="en-US" dirty="0" err="1"/>
              <a:t>luan</a:t>
            </a:r>
            <a:r>
              <a:rPr lang="en-US" dirty="0"/>
              <a:t>: Loi </a:t>
            </a:r>
            <a:r>
              <a:rPr lang="en-US" dirty="0" err="1"/>
              <a:t>nhuan</a:t>
            </a:r>
            <a:r>
              <a:rPr lang="en-US" dirty="0"/>
              <a:t> </a:t>
            </a:r>
            <a:r>
              <a:rPr lang="en-US" dirty="0" err="1"/>
              <a:t>duong</a:t>
            </a:r>
            <a:r>
              <a:rPr lang="en-US" dirty="0"/>
              <a:t>, tang toc do </a:t>
            </a:r>
            <a:r>
              <a:rPr lang="en-US" dirty="0" err="1"/>
              <a:t>phuc</a:t>
            </a:r>
            <a:r>
              <a:rPr lang="en-US" dirty="0"/>
              <a:t> vu </a:t>
            </a:r>
            <a:r>
              <a:rPr lang="en-US" dirty="0" err="1"/>
              <a:t>vao</a:t>
            </a:r>
            <a:r>
              <a:rPr lang="en-US" dirty="0"/>
              <a:t> </a:t>
            </a:r>
            <a:r>
              <a:rPr lang="en-US" dirty="0" err="1"/>
              <a:t>gio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diem.</a:t>
            </a:r>
          </a:p>
        </p:txBody>
      </p:sp>
    </p:spTree>
    <p:extLst>
      <p:ext uri="{BB962C8B-B14F-4D97-AF65-F5344CB8AC3E}">
        <p14:creationId xmlns:p14="http://schemas.microsoft.com/office/powerpoint/2010/main" val="106294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C57ED-1426-6EA3-C6C9-FB1917604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ROI: Kich ban Lac quan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34B62-C2C0-C042-DE7A-95E9E4270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Gia </a:t>
            </a:r>
            <a:r>
              <a:rPr lang="en-US" dirty="0" err="1"/>
              <a:t>dinh</a:t>
            </a:r>
            <a:r>
              <a:rPr lang="en-US" dirty="0"/>
              <a:t>: 2000 user/</a:t>
            </a:r>
            <a:r>
              <a:rPr lang="en-US" dirty="0" err="1"/>
              <a:t>ngay</a:t>
            </a:r>
            <a:r>
              <a:rPr lang="en-US" dirty="0"/>
              <a:t>, 90% </a:t>
            </a:r>
            <a:r>
              <a:rPr lang="en-US" dirty="0" err="1"/>
              <a:t>hai</a:t>
            </a:r>
            <a:r>
              <a:rPr lang="en-US" dirty="0"/>
              <a:t> long.</a:t>
            </a:r>
          </a:p>
          <a:p>
            <a:r>
              <a:rPr lang="en-US" dirty="0"/>
              <a:t>- Chi phi: $400/</a:t>
            </a:r>
            <a:r>
              <a:rPr lang="en-US" dirty="0" err="1"/>
              <a:t>ngay</a:t>
            </a:r>
            <a:r>
              <a:rPr lang="en-US" dirty="0"/>
              <a:t>.</a:t>
            </a:r>
          </a:p>
          <a:p>
            <a:r>
              <a:rPr lang="en-US" dirty="0"/>
              <a:t>- Loi ich: Tiet </a:t>
            </a:r>
            <a:r>
              <a:rPr lang="en-US" dirty="0" err="1"/>
              <a:t>kiem</a:t>
            </a:r>
            <a:r>
              <a:rPr lang="en-US" dirty="0"/>
              <a:t> 20 </a:t>
            </a:r>
            <a:r>
              <a:rPr lang="en-US" dirty="0" err="1"/>
              <a:t>gio</a:t>
            </a:r>
            <a:r>
              <a:rPr lang="en-US" dirty="0"/>
              <a:t> lam </a:t>
            </a:r>
            <a:r>
              <a:rPr lang="en-US" dirty="0" err="1"/>
              <a:t>viec</a:t>
            </a:r>
            <a:r>
              <a:rPr lang="en-US" dirty="0"/>
              <a:t> + tang ty le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.</a:t>
            </a:r>
          </a:p>
          <a:p>
            <a:r>
              <a:rPr lang="en-US" dirty="0"/>
              <a:t>- Ket </a:t>
            </a:r>
            <a:r>
              <a:rPr lang="en-US" dirty="0" err="1"/>
              <a:t>luan</a:t>
            </a:r>
            <a:r>
              <a:rPr lang="en-US" dirty="0"/>
              <a:t>: Hieu qua </a:t>
            </a:r>
            <a:r>
              <a:rPr lang="en-US" dirty="0" err="1"/>
              <a:t>vuot</a:t>
            </a:r>
            <a:r>
              <a:rPr lang="en-US" dirty="0"/>
              <a:t> </a:t>
            </a:r>
            <a:r>
              <a:rPr lang="en-US" dirty="0" err="1"/>
              <a:t>troi</a:t>
            </a:r>
            <a:r>
              <a:rPr lang="en-US" dirty="0"/>
              <a:t>, </a:t>
            </a:r>
            <a:r>
              <a:rPr lang="en-US" dirty="0" err="1"/>
              <a:t>tro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loi</a:t>
            </a:r>
            <a:r>
              <a:rPr lang="en-US" dirty="0"/>
              <a:t> the </a:t>
            </a:r>
            <a:r>
              <a:rPr lang="en-US" dirty="0" err="1"/>
              <a:t>canh</a:t>
            </a:r>
            <a:r>
              <a:rPr lang="en-US" dirty="0"/>
              <a:t> </a:t>
            </a:r>
            <a:r>
              <a:rPr lang="en-US" dirty="0" err="1"/>
              <a:t>tranh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1121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542E6-4A23-791F-9B85-E4AC7D859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 AI Spec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D2AF8-5416-EA25-FA12-7CD504F65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dirty="0" err="1"/>
              <a:t>Muc</a:t>
            </a:r>
            <a:r>
              <a:rPr lang="en-US" dirty="0"/>
              <a:t> </a:t>
            </a:r>
            <a:r>
              <a:rPr lang="en-US" dirty="0" err="1"/>
              <a:t>tieu</a:t>
            </a:r>
            <a:r>
              <a:rPr lang="en-US" dirty="0"/>
              <a:t>: Chat bot thong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chuyen</a:t>
            </a:r>
            <a:r>
              <a:rPr lang="en-US" dirty="0"/>
              <a:t> </a:t>
            </a:r>
            <a:r>
              <a:rPr lang="en-US" dirty="0" err="1"/>
              <a:t>biet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Xanh SM.</a:t>
            </a:r>
          </a:p>
          <a:p>
            <a:r>
              <a:rPr lang="en-US" dirty="0"/>
              <a:t>- Cong </a:t>
            </a:r>
            <a:r>
              <a:rPr lang="en-US" dirty="0" err="1"/>
              <a:t>nghe</a:t>
            </a:r>
            <a:r>
              <a:rPr lang="en-US" dirty="0"/>
              <a:t>: LLM + RAG + Prompt Engineering.</a:t>
            </a:r>
          </a:p>
          <a:p>
            <a:r>
              <a:rPr lang="en-US" dirty="0"/>
              <a:t>- </a:t>
            </a:r>
            <a:r>
              <a:rPr lang="en-US" dirty="0" err="1"/>
              <a:t>Uu</a:t>
            </a:r>
            <a:r>
              <a:rPr lang="en-US" dirty="0"/>
              <a:t> </a:t>
            </a:r>
            <a:r>
              <a:rPr lang="en-US" dirty="0" err="1"/>
              <a:t>tien</a:t>
            </a:r>
            <a:r>
              <a:rPr lang="en-US" dirty="0"/>
              <a:t>: Precision (Do </a:t>
            </a:r>
            <a:r>
              <a:rPr lang="en-US" dirty="0" err="1"/>
              <a:t>chinh</a:t>
            </a:r>
            <a:r>
              <a:rPr lang="en-US" dirty="0"/>
              <a:t> </a:t>
            </a:r>
            <a:r>
              <a:rPr lang="en-US" dirty="0" err="1"/>
              <a:t>xac</a:t>
            </a:r>
            <a:r>
              <a:rPr lang="en-US" dirty="0"/>
              <a:t>) &gt; Recall.</a:t>
            </a:r>
          </a:p>
          <a:p>
            <a:r>
              <a:rPr lang="en-US" dirty="0"/>
              <a:t>- Tieu chi dung lai: </a:t>
            </a:r>
            <a:r>
              <a:rPr lang="en-US" dirty="0" err="1"/>
              <a:t>Ngung</a:t>
            </a:r>
            <a:r>
              <a:rPr lang="en-US" dirty="0"/>
              <a:t> </a:t>
            </a:r>
            <a:r>
              <a:rPr lang="en-US" dirty="0" err="1"/>
              <a:t>trien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neu cost &gt; benefit </a:t>
            </a:r>
            <a:r>
              <a:rPr lang="en-US" dirty="0" err="1"/>
              <a:t>trong</a:t>
            </a:r>
            <a:r>
              <a:rPr lang="en-US" dirty="0"/>
              <a:t> 2 thang.</a:t>
            </a:r>
          </a:p>
        </p:txBody>
      </p:sp>
    </p:spTree>
    <p:extLst>
      <p:ext uri="{BB962C8B-B14F-4D97-AF65-F5344CB8AC3E}">
        <p14:creationId xmlns:p14="http://schemas.microsoft.com/office/powerpoint/2010/main" val="2379673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DD490-54EF-3AD5-84BB-10CF9C0FC3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E0F2C9-F488-0004-8A83-61F7336F91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/>
              <a:t>Nhom 4 - San sang cho phan hoi va cau hoi.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762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1204</Words>
  <Application>Microsoft Office PowerPoint</Application>
  <PresentationFormat>Widescreen</PresentationFormat>
  <Paragraphs>95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AI PRODUCT HACKATHON</vt:lpstr>
      <vt:lpstr>Van de: Nut that trong CSKH</vt:lpstr>
      <vt:lpstr>AI Product Canvas: Value</vt:lpstr>
      <vt:lpstr>AI Product Canvas: Trust</vt:lpstr>
      <vt:lpstr>Tinh kha thi va quan ly rui ro</vt:lpstr>
      <vt:lpstr>Triet ly thiet ke: Augmentation</vt:lpstr>
      <vt:lpstr>Learning Signal &amp; Data Flywheel</vt:lpstr>
      <vt:lpstr>Feature 1: Khieu nai tai xe</vt:lpstr>
      <vt:lpstr>Feature 2: Ho tro tim do that lac</vt:lpstr>
      <vt:lpstr>Feature 3: Tra loi FAQ tu dong</vt:lpstr>
      <vt:lpstr>Thiet ke cho tinh huong Failure</vt:lpstr>
      <vt:lpstr>Metrics: Chat luong mo hinh</vt:lpstr>
      <vt:lpstr>Metrics: Trai nghiem nguoi dung</vt:lpstr>
      <vt:lpstr>Failure Mode: Hallucination</vt:lpstr>
      <vt:lpstr>Failure Mode: Intent Confusion</vt:lpstr>
      <vt:lpstr>ROI: Kich ban Than trong</vt:lpstr>
      <vt:lpstr>ROI: Kich ban Kha thi</vt:lpstr>
      <vt:lpstr>ROI: Kich ban Lac quan</vt:lpstr>
      <vt:lpstr>Mini AI Spec Summary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Ninh Nguyen Duong</dc:creator>
  <cp:lastModifiedBy>Ninh Nguyen Duong</cp:lastModifiedBy>
  <cp:revision>3</cp:revision>
  <dcterms:created xsi:type="dcterms:W3CDTF">2026-04-09T04:18:01Z</dcterms:created>
  <dcterms:modified xsi:type="dcterms:W3CDTF">2026-04-09T04:32:30Z</dcterms:modified>
</cp:coreProperties>
</file>